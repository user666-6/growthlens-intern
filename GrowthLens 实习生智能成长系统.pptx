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72" r:id="rId6"/>
    <p:sldId id="259" r:id="rId7"/>
    <p:sldId id="260" r:id="rId8"/>
    <p:sldId id="263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jpe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2.svg"/><Relationship Id="rId10" Type="http://schemas.openxmlformats.org/officeDocument/2006/relationships/image" Target="../media/image11.svg"/><Relationship Id="rId4" Type="http://schemas.openxmlformats.org/officeDocument/2006/relationships/image" Target="../media/image6.sv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32.sv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svg"/><Relationship Id="rId5" Type="http://schemas.openxmlformats.org/officeDocument/2006/relationships/image" Target="../media/image19.svg"/><Relationship Id="rId4" Type="http://schemas.openxmlformats.org/officeDocument/2006/relationships/image" Target="../media/image3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svg"/><Relationship Id="rId4" Type="http://schemas.openxmlformats.org/officeDocument/2006/relationships/image" Target="../media/image3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5.jpe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svg"/><Relationship Id="rId11" Type="http://schemas.openxmlformats.org/officeDocument/2006/relationships/image" Target="../media/image53.svg"/><Relationship Id="rId5" Type="http://schemas.openxmlformats.org/officeDocument/2006/relationships/image" Target="../media/image49.svg"/><Relationship Id="rId10" Type="http://schemas.openxmlformats.org/officeDocument/2006/relationships/image" Target="../media/image2.svg"/><Relationship Id="rId4" Type="http://schemas.openxmlformats.org/officeDocument/2006/relationships/image" Target="../media/image48.svg"/><Relationship Id="rId9" Type="http://schemas.openxmlformats.org/officeDocument/2006/relationships/image" Target="../media/image5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svg"/><Relationship Id="rId5" Type="http://schemas.openxmlformats.org/officeDocument/2006/relationships/image" Target="../media/image2.svg"/><Relationship Id="rId4" Type="http://schemas.openxmlformats.org/officeDocument/2006/relationships/image" Target="../media/image5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GrowthLens 实习生智能成长系统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2385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面向实习生群体的一站式职业成长工具，打造「工作记录 → 复盘沉淀 → 目标追踪 → 求职储备」的完整成长闭环，用数字化视角洞察职业成长轨迹，为未来职场发展蓄力赋能。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826000"/>
            <a:ext cx="4758906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016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50165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核心团队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499" y="5461000"/>
            <a:ext cx="4453387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黄永平（组长</a:t>
            </a:r>
            <a:r>
              <a:rPr 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13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李俊、黄映翔</a:t>
            </a:r>
            <a:r>
              <a:rPr lang="zh-CN" altLang="en-US" sz="1300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3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查博文、赖伟平、张明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3683000" y="5461000"/>
            <a:ext cx="228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5952703" y="4826000"/>
            <a:ext cx="2603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3203" y="5016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524203" y="50165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院校班级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43203" y="5461000"/>
            <a:ext cx="228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应急管理大学</a:t>
            </a:r>
            <a:b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信息管理与信息系统 B232 班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953500" y="4826000"/>
            <a:ext cx="2603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5016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525000" y="50165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答辩日期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44000" y="5461000"/>
            <a:ext cx="228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7 月 13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</a:t>
            </a:r>
            <a:br>
              <a:rPr 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79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定位与全周期闭环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3048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面向实习生群体的一站式职业成长工具，深度覆盖从日常工作记录、AI智能润色，到智能复盘、目标拆解，最终实现成果沉淀与求职能力储备的全链路价值闭环，解决成长过程中的记录与复盘痛点。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1651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90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53000" y="1879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双角色精准赋能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413000"/>
            <a:ext cx="3048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实习生用户：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记录每日工作内容，追踪个人成长进度，沉淀复盘成果，自动生成并储备高质量的求职素材。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系统管理员：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负责用户权限管理、AI服务参数配置、系统调用日志监控及核心参数的维护更新。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874000" y="1651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1905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509000" y="1879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选题价值与意义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2413000"/>
            <a:ext cx="3048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场景真实：基于实习生真实工作痛点，需求边界清晰，业务逻辑易于理解与落地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技术综合：融合Web全栈开发、AI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API集成调用、工程化部署与前端交互优化，全面锻炼技术实操与架构设计能力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635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核心业务流转闭环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143500"/>
            <a:ext cx="1651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000" y="53086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206500" y="5308600"/>
            <a:ext cx="1206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工作记录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9000" y="5689600"/>
            <a:ext cx="146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记录日常工作内容、任务完成情况与阶段性成果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565400" y="5143500"/>
            <a:ext cx="1651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92400" y="53086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3009900" y="5308600"/>
            <a:ext cx="1206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AI润色优化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692400" y="5689600"/>
            <a:ext cx="146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利用大模型优化表达逻辑，提升内容专业度与可读性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368800" y="5143500"/>
            <a:ext cx="1651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95800" y="53086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4813300" y="5308600"/>
            <a:ext cx="1206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智能复盘分析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495800" y="5689600"/>
            <a:ext cx="146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自动生成成长分析报告，识别优势与待提升点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172200" y="5143500"/>
            <a:ext cx="1651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9200" y="5308600"/>
            <a:ext cx="254000" cy="254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616700" y="5308600"/>
            <a:ext cx="1206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目标拆解落地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299200" y="5689600"/>
            <a:ext cx="146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将长远规划拆解为可执行的短期目标与行动项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975600" y="5143500"/>
            <a:ext cx="1651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02600" y="5308600"/>
            <a:ext cx="254000" cy="2540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8420100" y="5308600"/>
            <a:ext cx="1206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成果提炼沉淀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102600" y="5689600"/>
            <a:ext cx="146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汇聚零散成果，形成系统化的个人知识与经验库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779000" y="5143500"/>
            <a:ext cx="1651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06000" y="5308600"/>
            <a:ext cx="254000" cy="2540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10223500" y="5308600"/>
            <a:ext cx="1206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求职能力储备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906000" y="5689600"/>
            <a:ext cx="146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输出高质量简历内容、项目经历与面试应答素材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技术架构与团队分工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14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核心技术栈选型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159000"/>
            <a:ext cx="4889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后端：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Spring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Boot 3.2.5 +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MyBatis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+ MySQL 8.0（Java 21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环境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前端：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JSP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动态渲染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+ Bootstrap 5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响应式布局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ECharts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数据可视化</a:t>
            </a:r>
            <a:endParaRPr lang="en-US" sz="14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16666"/>
              </a:lnSpc>
            </a:pP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AI能力：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SiliconFlow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API，深度对接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</a:p>
          <a:p>
            <a:pPr>
              <a:lnSpc>
                <a:spcPct val="116666"/>
              </a:lnSpc>
            </a:pPr>
            <a:r>
              <a:rPr lang="en-US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</a:t>
            </a:r>
            <a:r>
              <a:rPr lang="en-US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-ai/DeepSeek-R1-0528-Qwen3-8B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大语言模型能力</a:t>
            </a:r>
            <a:endParaRPr lang="en-US" sz="14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159500" y="152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0" y="1714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系统分层架构设计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159000"/>
            <a:ext cx="4889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采用高内聚低耦合的五层架构，职责边界清晰：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展示层 → 控制层 → 业务层（含AI服务）→ 数据访问层 → 存储层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架构设计兼顾了系统的可扩展性与维护性，便于后续功能迭代与模块复用。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4127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团队职责与协作矩阵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572000"/>
            <a:ext cx="4889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统筹规划：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组长主导系统架构、数据库设计及核心模块开发，统筹全流程文档。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模块攻坚：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成员分攻智能复盘、日报管理、目标任务及职场助手等核心功能模块。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文档闭环：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覆盖需求PRD、接口契约、部署说明及测试报告等关键文档产出。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159500" y="3937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4127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开发规范与协作理念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572000"/>
            <a:ext cx="4889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接口规范：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统一路由前缀（/dailyreport/、/ai/等），标准化命名与参数定义。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契约先行：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优先输出接口契约文档，前后端基于契约并行开发，大幅降低联调成本。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质量保障：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严格遵循编码规范与文档驱动开发原则，确保代码可读性与交付质量。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团队详细分工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7112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52500" y="14732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核心原则：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坚持模块专人专责，落实文档同步交付机制，基于接口契约实现前后端并行开发，保障高效协同。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5207000" cy="1422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438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438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黄永平（组长）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952500" y="28194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开发：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系统架构搭建、AI与复盘模块、用户体系及数据库设计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文档：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输出需求规范、数据库设计与接口契约文档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5207000" cy="1422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962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962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李俊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952500" y="43434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0">
              <a:lnSpc>
                <a:spcPct val="108333"/>
              </a:lnSpc>
              <a:defRPr/>
            </a:pP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开发</a:t>
            </a: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面经题库管理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模块的功能实现</a:t>
            </a:r>
            <a:b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文档：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编写系统用户使用手册，覆盖功能操作与指引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334000"/>
            <a:ext cx="5207000" cy="1422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486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5486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黄映翔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52500" y="58674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开发：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负责日报周报管理模块的全流程开发与迭代</a:t>
            </a:r>
            <a:b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文档：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撰写项目README，说明部署、运行与快速上手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2286000"/>
            <a:ext cx="5207000" cy="1422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2438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2438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查博文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413500" y="28194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开发：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目标任务管理模块的功能设计、开发与联调</a:t>
            </a:r>
            <a:b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文档：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编写部署说明文档，涵盖环境配置与运维事项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23000" y="3810000"/>
            <a:ext cx="5207000" cy="1422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39624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858000" y="3962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赖伟平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413500" y="43434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开发：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职场智能助手模块的交互设计与功能开发</a:t>
            </a:r>
            <a:b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产出：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负责项目答辩PPT的制作、内容梳理与视觉优化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223000" y="5334000"/>
            <a:ext cx="5207000" cy="1422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54864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858000" y="5486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张明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413500" y="58674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0">
              <a:lnSpc>
                <a:spcPct val="108333"/>
              </a:lnSpc>
              <a:defRPr/>
            </a:pP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开发</a:t>
            </a: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成长轨迹追踪模块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的功能</a:t>
            </a:r>
            <a:r>
              <a:rPr kumimoji="0" lang="zh-CN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开发</a:t>
            </a:r>
            <a:b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文档：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编写系统测试报告，记录功能与性能测试结果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8789" y="1777999"/>
            <a:ext cx="3378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9289" y="2031999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核心实体体系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881">
            <a:off x="579303" y="2533649"/>
            <a:ext cx="29337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79289" y="2730499"/>
            <a:ext cx="29972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构建覆盖用户成长全链路的实体模型，核心包含三大类关键实体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基础业务：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用户、日报、周报、目标与子任务，夯实业务流转的基础骨架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成长沉淀：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技能图谱、项目经历、面试题库及复盘记录，助力个人能力持续迭代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AI智能资产：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提示词模板、调用日志与系统配置，为智能场景落地提供数据支撑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059117" y="1778000"/>
            <a:ext cx="4271363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255698" y="2031999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20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核心表结构清单</a:t>
            </a:r>
            <a:endParaRPr lang="en-US" sz="1100" dirty="0"/>
          </a:p>
        </p:txBody>
      </p:sp>
      <p:cxnSp>
        <p:nvCxnSpPr>
          <p:cNvPr id="10" name="Connector 10"/>
          <p:cNvCxnSpPr>
            <a:cxnSpLocks/>
          </p:cNvCxnSpPr>
          <p:nvPr/>
        </p:nvCxnSpPr>
        <p:spPr>
          <a:xfrm>
            <a:off x="4255698" y="2539999"/>
            <a:ext cx="3830128" cy="1905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255698" y="2730500"/>
            <a:ext cx="3992233" cy="33654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规划设计15张核心业务表，采用规范化命名与强关联设计，确保数据一致性：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权限与基础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sys_user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` (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用户表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)、`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sys_role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` (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角色表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)，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构建稳固的权限体系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核心业务流转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daily_report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` (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日报表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)、`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goal_info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` (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目标表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)、`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review_record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` (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复盘表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)，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承载核心业务流程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AI资产沉淀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ai_prompt_template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` (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提示词表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)、`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ai_call_log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` (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调用日志表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)，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沉淀智能交互数据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520981" y="1778000"/>
            <a:ext cx="3378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711481" y="20320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关键设计策略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881">
            <a:off x="8711495" y="2533650"/>
            <a:ext cx="29337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11481" y="27940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067081" y="27686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全生命周期状态机管理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为日报、目标、复盘等核心对象设计多状态流转（如草稿→提交、进行中→完成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精准管控业务节点状态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11481" y="3810000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067081" y="37846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严格的数据行级隔离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所有业务表通过`user_id`强关联，实现数据的用户级物理隔离，从底层保障数据安全与隐私合规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11481" y="48895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067081" y="48641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智能限流与资源防护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通过数据库计数控制单日AI调用上限（100次/日），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有效防止资源滥用、恶意调用与系统过载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接口契约设计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714500"/>
            <a:ext cx="254000" cy="254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6891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统一返回格式规范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33600"/>
            <a:ext cx="48895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1971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-US" sz="1300" b="0" i="0" u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  <a:t>"code": 200, // 业务状态码</a:t>
            </a:r>
            <a:br>
              <a:rPr lang="en-US" sz="1300" b="0" i="0" u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  <a:t>"msg": "success", // 结果描述</a:t>
            </a:r>
            <a:br>
              <a:rPr lang="en-US" sz="1300" b="0" i="0" u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  <a:t>"data": {} // 响应数据体</a:t>
            </a:r>
            <a:br>
              <a:rPr lang="en-US" sz="1300" b="0" i="0" u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524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1714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731000" y="16891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分级权限访问控制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2051050"/>
            <a:ext cx="520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600" b="0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Public：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完全开放接口，无需鉴权（如注册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登录入口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600" b="0" i="0" u="none" strike="noStrik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Login：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需用户登录态，承载个人核心业务与数据交互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600" b="0" i="0" u="none" strike="noStrike" dirty="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600" b="0" i="0" u="none" strike="noStrike" dirty="0" err="1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Admin：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超管专属接口，仅限后台配置与全局数据管理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3683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8735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38481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标准化错误码体系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43180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200 OK：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请求成功响应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400 Bad：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参数校验异常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401 Unauth：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未登录/Token失效</a:t>
            </a:r>
          </a:p>
        </p:txBody>
      </p:sp>
      <p:sp>
        <p:nvSpPr>
          <p:cNvPr id="17" name="AutoShape 17"/>
          <p:cNvSpPr/>
          <p:nvPr/>
        </p:nvSpPr>
        <p:spPr>
          <a:xfrm>
            <a:off x="3302000" y="4178300"/>
            <a:ext cx="2632974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403 </a:t>
            </a:r>
            <a:r>
              <a:rPr lang="en-US" sz="1600" b="1" i="0" u="none" strike="noStrike" dirty="0" err="1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Forbid：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无操作权限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404 </a:t>
            </a:r>
            <a:r>
              <a:rPr lang="en-US" sz="1600" b="1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NotFound：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路径不存在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500 </a:t>
            </a:r>
            <a:r>
              <a:rPr lang="en-US" sz="16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Error：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服务端内部异常</a:t>
            </a:r>
            <a:endParaRPr lang="en-US" sz="16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59500" y="3683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0" y="38735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31000" y="38481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核心业务接口场景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4343400"/>
            <a:ext cx="15494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350000" y="4394200"/>
            <a:ext cx="1549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👤 /user/auth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8026400" y="4343400"/>
            <a:ext cx="15494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026400" y="4394200"/>
            <a:ext cx="1549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📝 /daily/save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702800" y="4343400"/>
            <a:ext cx="15494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702800" y="4394200"/>
            <a:ext cx="1549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🎯 /goal/add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4953000"/>
            <a:ext cx="15494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350000" y="5003800"/>
            <a:ext cx="1549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🔄 /review/gen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26400" y="4953000"/>
            <a:ext cx="15494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026400" y="5003800"/>
            <a:ext cx="1549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🤖 /ai/polish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702800" y="4953000"/>
            <a:ext cx="15494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9702800" y="5003800"/>
            <a:ext cx="1549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📊 /data/stat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89000" y="5969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契约价值：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确立开发协作的“法律依据”，实现业务逻辑的精准对齐，保障前后端并行开发效率与系统扩展性。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模块</a:t>
            </a: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智能复盘分析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90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自动化复盘与成长闭环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支持日度、周度复盘报告自动生成，历史记录可随时归档与回溯。系统基于用户真实工作数据，智能提炼工作亮点、分析存在不足，并输出针对性的改进建议，形成个人能力提升的完整闭环。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61595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90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异步解耦与实时状态同步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2413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Spring Boot @Async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注解实现复盘任务的异步生成，彻底避免主线程阻塞。建立清晰的状态流转机制，从「处理中」到「生成成功」或「生成失败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」，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状态变更实时同步至前端，确保用户感知流畅无卡顿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结构化输出的强制校验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26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严格的AI审查机制，对生成内容进行结构完整性校验，确保复盘报告必含「工作亮点、存在不足、改进建议」三大核心维度。若结构缺失或内容质量不达标，系统将自动触发重新生成流程，保障复盘内容的价值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159500" y="406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4318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高可用的稳定性保障方案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4826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大模型响应不稳定及长文本超时问题，设计了动态超时管控机制，超时时间可从配置表灵活读取并设为15分钟长阈值。同时引入自动失败重试与任务监控机制，有效解决异常场景下的服务可用性问题，确保功能稳定可靠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200" b="1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模块</a:t>
            </a:r>
            <a:r>
              <a:rPr lang="zh-CN" altLang="en-US" sz="3200" b="1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二</a:t>
            </a:r>
            <a:r>
              <a:rPr lang="en-US" altLang="zh-CN" sz="3200" b="1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 </a:t>
            </a: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日报周报管理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187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核心功能矩阵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覆盖日报新增、编辑、提交及历史查询全流程；集成AI大模型实现内容智能润色，优化表达逻辑；系统按周维度自动聚合日报数据，一键生成结构化周报初稿，显著提升工作汇报效率。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1595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190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96100" y="187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底层技术保障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24130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数据库层建立“用户ID+提交日期”联合唯一索引，严格保障单用户单日仅可提交一份日报；设计稳健的周报聚合算法，自动拉取周内有效日报记录，按时间轴排序整合，确保数据一致性与准确性。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98600" y="4292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人机协同审查机制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260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AI润色结果不直接覆盖原始内容，必须经由用户人工复核、确认修改后才可保存；系统完整留存原始记录与AI润色版本的双重数据，实现内容生成的全链路可追溯、可审计，有效规避生成式内容的不确定性风险。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59500" y="406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4318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96100" y="4292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关键问题与解决方案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48260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日期解析异常，封装全局日期工具类，统一规范为“yyyy-MM-dd”格式；面对复杂的周报聚合场景，将逻辑拆解为“数据拉取→格式校验→内容拼接→异常兜底”四个步骤，逐个攻克跨月统计、日报缺失等边界难题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模块</a:t>
            </a: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三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目标任务管理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190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核心功能全景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覆盖目标全生命周期管理，支持增删改查、优先级排序与多层级子任务拆分。系统实时追踪完成进度，并引入AI智能引擎，将宏观目标自动拆解为可量化、可落地的具体执行动作，构建完整的任务管理闭环。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865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190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23100" y="190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智能计算与校验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40500" y="2413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进度基于“已完成子任务数/总子任务数”算法自动计算，数据实时同步更新。建立严格的时间校验规则，强制限制子任务截止时间不得晚于主目标，从数据层面保障计划的逻辑性、严谨性与可执行性。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98600" y="431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人机协同审核机制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26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AI拆解结果不会直接生效，需进入人工复核环节。用户可对生成的任务进行细节调整、增删或重新排序，确认无误后再保存执行。通过“机器初拆+人工把关”的双重机制，确保任务拆解贴合实际业务场景。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406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4318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23100" y="431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异步交互体验优化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4826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针对AI拆解的异步特性，采用前端轮询策略，每2秒查询一次任务生成状态，最大轮询450次，实现进度的实时可视化反馈。若超时则触发友好的失败提示与重试引导，彻底解决状态更新延迟带来的用户感知盲区。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模块四：成长轨迹追踪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0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核心功能矩阵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集成个人技能库管理与项目经历智能录入，自动生成技能等级标记；AI一键提炼STAR格式成果，并通过可视化看板全景呈现成长数据，实现能力与经历的数字化沉淀。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90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90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多维能力可视化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413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基于ECharts构建技能雷达图，直观映射多维度能力模型；建立「了解-熟悉-掌握-精通」四级标准体系，统一技能评判尺度，让能力评估更客观、更具象。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STAR成果智能校验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26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AI生成的经历描述需通过严格的四要素校验：对照「情境(S)-任务(T)-行动(A)-结果(R)」逐一核查，确保内容结构完整、逻辑闭环后方可保存，提升简历质量。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064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318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431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渲染时机优化方案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826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针对图表渲染早于数据加载导致的空白报错问题，通过绑定DOMContentLoaded事件，确保在DOM节点与异步数据完全加载后再初始化图表，保障页面渲染稳定性与流畅度。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模块五：面经题库管理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30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核心功能矩阵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384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支持题目多级分类管理与全生命周期维护，集成AI智能生成参考答案功能。提供沉浸式刷题练习模式，配套错题本自动归集与收藏题库功能，构建完整的学习闭环。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1595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21500" y="1930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架构设计亮点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24384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利用`parent_id`自关联技术实现分类的无限级扩展，灵活适配复杂的知识体系。建立智能错题复习机制，支持一键标记、收藏，并可根据错题标签进行定向强化训练，提升复习效率。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34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AI 智能辅助与校准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514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AI自动生成的参考答案需经过人工评估与校准，确保内容的准确性与专业性。支持用户手动编辑、修正答案，将优质内容沉淀为个人专属的高质量答题库，实现知识的持续积累。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595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4318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434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性能瓶颈突破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48514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针对多级分类递归查询性能损耗问题，通过重构查询逻辑减少数据库交互，并引入内存缓存机制，对高频访问的分类数据进行缓存，显著降低数据库压力，提升系统响应速度。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模块六：职场智能助手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核心功能矩阵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集成自由问答与多场景话术生成能力，覆盖汇报、请假、请教、拒绝等高频职场场景；支持智能学习规划定制，并自动留存全量对话历史，随时回溯沟通细节，打造一站式职场辅助工具。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90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会话与场景双引擎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413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Session ID 建立会话强关联，确保多轮对话上下文连贯无断层；内置精细化场景提示词模板库，通过指令约束精准把控AI输出的语气、措辞与内容结构，完美适配职场沟通规范。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27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3561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智能合规审查机制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89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建立双重校验体系，自动筛查生成内容的职场礼仪规范与场景适配性。若输出内容存在语气不当、场景不符等问题，系统将即时提示并触发重生成流程，确保输出话术得体、专业且贴合语境。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27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381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43561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上下文续传解决方案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889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针对多轮对话易丢失上下文的痛点，构建会话关联池，每次请求自动携带最近5轮对话历史，通过历史信息补全机制，让AI始终理解对话语境，彻底解决回答偏离、逻辑断裂的问题，保障沟通流畅。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项目核心亮点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55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222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统一AI服务底座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10160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封装统一</a:t>
            </a:r>
            <a:r>
              <a:rPr lang="en-US" sz="14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AiService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接口，实现AI能力跨模块高效复用。通过统一监控与配置管理，规避重复造轮子，同时支持提示词模板化，让业务开发聚焦场景，无需关注底层实现细节。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318000" y="1905000"/>
            <a:ext cx="355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22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80000" y="2222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异步处理 + 实时感知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5720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0" y="30480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针对长耗时AI生成任务，采用</a:t>
            </a:r>
            <a:r>
              <a:rPr lang="en-US" sz="14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后端异步处理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结合前端轮询机制。既避免了接口阻塞风险，又让用户实时感知任务进度。统一的任务状态管理体系，完美适配目标拆解、深度复盘等多场景需求。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7874000" y="1905000"/>
            <a:ext cx="355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2222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36000" y="2222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契约先行工程化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1280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28000" y="30480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坚持</a:t>
            </a:r>
            <a:r>
              <a:rPr lang="en-US" sz="14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数据库设计与接口契约文档先行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，推动前后端与各模块并行开发。此举实现了系统的高内聚低耦合，大幅减少联调冲突，并通过标准化的返回格式与错误码，显著降低沟通成本，提升研发效能。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762000" y="5651500"/>
            <a:ext cx="106680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5651500"/>
            <a:ext cx="10414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技术赋能业务，规范驱动效率 —— 打造高可用、易扩展的智能系统基座，为业务快速迭代提供坚实支撑。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问题复盘与解决方案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遵循「信任但验证」原则，在开发全流程中持续审查、迭代优化，从底层技术细节到顶层安全规范，全方位筑牢系统的稳定性与安全性基石。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400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540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514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技术协同与性能优化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310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联调参数与格式冲突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前后端日期格式不统一、参数命名风格混乱，导致接口联调频繁阻塞。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➜ 对策：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输出统一接口规范文档，强制全局使用 yyyy-MM-dd 日期格式，统一采用驼峰命名法，消除沟通成本。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699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大模型长文本响应超时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</a:t>
            </a:r>
            <a:r>
              <a:rPr lang="en-US" sz="13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-ai/DeepSeek-R1-0528-Qwen3-8B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模型处理复杂长文本生成时，因计算量大导致频繁超时。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➜ </a:t>
            </a:r>
            <a:r>
              <a:rPr lang="en-US" sz="13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动态配置超时阈值至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15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分钟，增加指数退避自动重试机制，并配置轻量模型作为热切换兜底方案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6223000" y="2286000"/>
            <a:ext cx="5207000" cy="400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540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21500" y="2514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安全风控与数据合规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310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3238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越权访问风险拦截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普通用户可通过遍历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ID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访问他人私密数据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✅ </a:t>
            </a:r>
            <a:r>
              <a:rPr lang="en-US" sz="13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解决：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所有业务查询强制携带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user_id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过滤条件，操作前置校验数据归属权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477000" y="412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敏感信息加密存储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用户密码若明文存储，数据库泄露将导致账号直接被盗用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✅ </a:t>
            </a:r>
            <a:r>
              <a:rPr lang="en-US" sz="13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解决：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BCrypt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自适应哈希算法加密存储，实现密码不可逆验证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6477000" y="5016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多表操作事务一致性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多表联动更新时若中途异常，会导致数据状态不一致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✅ </a:t>
            </a:r>
            <a:r>
              <a:rPr lang="en-US" sz="13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解决：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核心业务方法添加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@Transactional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注解，确保操作原子性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遗留问题与未来展望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5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68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22400" y="1930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待实现功能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10160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67000"/>
            <a:ext cx="3048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sz="1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文档导出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支持日报、周报一键导出为PDF或Word格式，满足办公存档与分享需求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sz="1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智能报告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自动聚合数据，生成可视化的月度复盘与年度成长分析报告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sz="1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全端覆盖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完成移动端页面的交互适配与消息推送功能，实现多端实时触达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381500" y="1651000"/>
            <a:ext cx="355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968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41900" y="1930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现存不足与挑战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6355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2667000"/>
            <a:ext cx="3048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 dirty="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sz="1400" b="1" i="0" u="none" strike="noStrike" dirty="0" err="1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生成质量波动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长文本场景下AI偶现内容偏差，需进一步优化模型对齐与Prompt工程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 dirty="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sz="1400" b="1" i="0" u="none" strike="noStrike" dirty="0" err="1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性能与体验瓶颈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高数据量页面加载较慢，且暂未建立完善的数据自动备份与恢复机制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 dirty="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sz="1400" b="1" i="0" u="none" strike="noStrike" dirty="0" err="1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交互细节待磨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部分高频操作流程稍显冗余，需持续简化交互路径以提升效率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01000" y="1651000"/>
            <a:ext cx="355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968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61400" y="1930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核心改进规划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2550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55000" y="2667000"/>
            <a:ext cx="3048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sz="1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多模型融合升级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接入多款主流大模型，支持按需切换，从根本上提升生成的精准度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sz="1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性能与运维强化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实施懒加载与缓存策略优化速度；部署自动备份与监控告警体系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sz="1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体验与功能闭环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补全导出、推送等功能，并基于反馈持续打磨交互细节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团队协作与个人收获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高效协作模式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349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349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契约先行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先定数据库设计与接口契约，明确分工边界，从源头减少沟通成本与联调摩擦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3429000" y="2159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2349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00500" y="2349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高频同步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19500" y="27940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每半日同步进度，坚持每日代码集成，快速暴露风险点，确保问题不过夜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381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4381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模块化开发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48260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成员独立负责核心模块并行推进，降低系统耦合度，大幅提升整体交付效率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3429000" y="4191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9500" y="4381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000500" y="4381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文档同步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19500" y="48260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代码与设计文档同步更新输出，保障项目交付质量，沉淀技术资产，便于后续维护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6223000" y="1524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个人成长与沉淀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2159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2349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794500" y="2349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技术深度进阶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13500" y="27940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熟练掌握Spring Boot三层架构开发，打通从前端交互到后端服务的全链路技术细节。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890000" y="2159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0500" y="2349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461500" y="2349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工程经验积累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080500" y="27940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实战中掌握AI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API集成、异步任务处理与异常兜底方案，沉淀高可用工程化开发经验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6223000" y="4191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4381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794500" y="4381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协作思维升级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413500" y="48260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深度体验团队并行开发流程，深刻理解接口契约与开发规范在多人协作中的关键价值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8890000" y="4191000"/>
            <a:ext cx="2476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80500" y="43815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9461500" y="4381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解决力的突破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080500" y="48260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面对复杂Bug，锻炼了快速排查与调试能力，积累了丰富的“踩坑”与避坑实战经验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2286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致谢与问答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8100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40132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71600" y="3987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恩师指引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44450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感谢老师的悉心教导，在研究方向与技术细节上为我们拨云见日，让项目得以扎实推进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394200" y="38100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40132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03800" y="3987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携手同行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97400" y="44450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感谢每一位伙伴的并肩作战与无私付出，是团队的默契协作与创意碰撞，让我们攻克了重重难关。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26400" y="38100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40132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36000" y="3987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虚心求教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29600" y="44450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恳请各位老师</a:t>
            </a: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、同学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批评指正，您的建议与意见将是我们未来改进优化、持续成长的宝贵动力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0" y="571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r>
              <a:rPr lang="en-US" sz="16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欢迎各位老师和同学提问交流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1542</Words>
  <Application>Microsoft Office PowerPoint</Application>
  <PresentationFormat>宽屏</PresentationFormat>
  <Paragraphs>247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Noto Sans SC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永平 黄</cp:lastModifiedBy>
  <cp:revision>8</cp:revision>
  <dcterms:modified xsi:type="dcterms:W3CDTF">2026-07-13T02:41:35Z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{"Label":"1","ContentProducer":"001191110102MACQD9K64010000","ProduceID":"7661808821963033543","ReservedCode1":"","ContentPropagator":"","PropagateID":"","ReservedCode2":""}</vt:lpwstr>
  </property>
</Properties>
</file>